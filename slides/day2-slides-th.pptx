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Knowledge Graph &amp; Advanced RAG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สร้าง Enterprise AI ด้วย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วาระและวัตถุประสงค์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พื้นฐาน Knowledge Graph และโครงสร้าง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การ Extract Entity และ Relation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Neo4j และ Cypher Query Language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GraphRAG: รวม Vector + Graph เข้าด้วยกัน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ลงมือปฏิบัติ: สร้าง Knowledge Graph จากเอกสารไทย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คืออะไร?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สมชาย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(Person)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2004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กรุงเทพฯ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22860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โครงการ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(Project)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ทำงานที่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ตั้งอยู่ที่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ดูแล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1430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รองรับการวิเคราะห์แบบ Multi-hop: A → B → C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แสดงความรู้โลกแบบมีโครงสร้าง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ใช้ใน: Google Knowledge Panel, Wikidata, LinkedIn Graph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vs Vector DB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ความสัมพันธ์ชัดเจน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แบบ Multi-hop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การวิเคราะห์ตีความได้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เหมาะกับข้อมูลมีโครงสร้าง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ต้องออกแบบ Schema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สร้างยากกว่า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ความคล้ายแบบ Implicit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การดึงข้อมูลแบบ Black-box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เหมาะกับข้อความไม่มีโครงสร้าง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ไม่ต้องมี Schema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สร้างง่าย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 Extract Entity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(Named Entity Recognition): แบบ Rule-based หรือ ML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LLM-based: ให้ LLM Extract JSON มีโครงสร้าง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NER: SpaCy + PyThaiNLP NER Model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Prompt: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"Extract ทุก Entity จากข้อความนี้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ส่งกลับเป็น JSON: [{entity, type, description}]"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เครื่องมือ: spaCy, Stanza, Hugging Face NER, GPT-4, Claude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ประเภทของ Entity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บุคคล (Person) — พนักงาน, ผู้บริหาร, ลูกค้า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องค์กร (Organization) — บริษัท, แผนก, ทีม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สถานที่ (Location) — เมือง, ประเทศ, ที่อยู่สำนักงาน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แนวคิด (Concept) — ผลิตภัณฑ์, เทคโนโลยี, บริการ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วันเวลา (Date/Time) — วันที่เหตุการณ์, Deadline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จำนวน (Amount) — ตัวเลขทางการเงิน, ปริมาณ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เหตุการณ์ (Event) — ประชุม, อุบัติเหตุ, เซ็นสัญญา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 Extract Relation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เป้าหมาย: ระบุความสัมพันธ์ระหว่างคู่ Entity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Pattern-based: Regex Template สำหรับ Relation ทั่วไป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ML-based: BERT Fine-tuned บน Relation Dataset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LLM-based: Zero-shot ผ่าน Structured Prompt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Relation Triple: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(สมชาย) —[ทำงานที่]→ (X-Company)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(X-Company) —[ตั้งอยู่ที่]→ (กรุงเทพฯ)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(สมชาย) —[ดูแลโครงการ]→ (Project Alpha)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กระบวนการสร้าง Knowledge Graph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โหลดเอกสาร (PDF, Word, HTML)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Extract ข้อความและตัดคำ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รัน NER → รวบรวม Entity List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รัน Relation Extraction → ได้ Triple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Deduplicate และรวม Entity (Co-reference)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โหลดเข้า Neo4j: CREATE nodes, MERGE relations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สร้าง Vector Index บน Node 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แนะนำ Neo4j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ฐานข้อมูล Graph ชั้นนำ — จัดเก็บแบบ Native Graph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 ACID Transaction และ Clustering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Cypher: Query Language แบบ Declarative (คล้าย SQL)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Desktop / Docker / AuraDB (Cloud)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 Vector Index (Neo4j 5.x)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Graph ใน Neo4j Browser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&amp; LlamaIndex มี Neo4j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พื้นฐาน Cypher Query Language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สร้าง Node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(p:Person {name: "สมชาย", role: "วิศวกร"})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(c:Company {name: "X-Company"})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สร้าง Relationship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"สมชาย"}), (c:Company {name: "X-Company"})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(p)-[:WORKS_AT {since: 2020}]-&gt;(c)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Query: หาคนที่ทำงานใน X-Company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(p:Person)-[:WORKS_AT]-&gt;(c:Company {name: "X-Company"})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p.name, p.role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Multi-hop: หาเพื่อนร่วมงาน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(p1:Person)-[:WORKS_AT]-&gt;(c)&lt;-[:WORKS_AT]-(p2:Person)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p1.name = "สมชาย"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p2.name AS colleague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 Visualize ด้วย Neo4j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Browser: Graph Explorer แบบ Interactive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(n) RETURN n LIMIT 50 → แสดง Graph ทันที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Bloom: สำหรับผู้ใช้ธุรกิจ ไม่ต้องเขียน Cypher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สีของ Node = ประเภท Label, Label บน Edge = ประเภท Relation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เป็น PNG, SVG, CSV, JSON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ปรับแต่งด้วย APOC Library (Advanced Procedures)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Gephi, D3.js, vis.js สำหรับ Custom Viz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คืออะไร?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 Vector Search + Knowledge Graph Traversal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Vector: "ค้นหา Chunk ที่มีความหมายใกล้เคียง"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Graph: "ติดตาม Relationship ไปยัง Entity ที่เกี่ยวข้อง"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ดีที่สุดทั้งคู่: Semantic + Structured Reasoning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"ใครเป็น Manager ของสมชาย และโครงการใดที่อนุมัติ?"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Research: GraphRAG สำหรับ Document Corpus ขนาดใหญ่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X-Company: GraphRAG-rs (Rust-based)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สถาปัตยกรรม GraphRAG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คำถามผู้ใช้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044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30175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017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38360" y="34290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0" y="301752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3017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899648" y="38862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4080" y="46634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4663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คำตอบ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GraphRAG-rs: Production GraphRAG ด้วย Rust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เขียนด้วย Rust → Memory-safe, ประสิทธิภาพสูง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 Qdrant (Vector) + Neo4j (Graph)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 bge-m3 Multilingual Embedding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Detection: Leiden Algorithm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Summarization: Hierarchical Community Reports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เข้ากันได้กับ OpenAI Chat Format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 ใช้สำหรับ Internal Document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Retrieval: Vector → Graph → Rerank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ค้นหา Vector ก่อน (Top-20 Candidate)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Expand ด้วย Knowledge Graph (follow edges)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Rerank ด้วย Cross-encoder → Top-5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" y="4206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ส่ง Context ให้ LLM สร้างคำตอบ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Multi-hop Reasoning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คำถาม: "มีอุบัติเหตุอะไรบ้างในไซต์งานที่สมชายดูแล?"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Vector: ค้นหา Chunk เกี่ยวกับ "อุบัติเหตุ"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Entity: Extract "สมชาย" จากคำถาม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Graph hop 1: สมชาย → ดูแล → โครงการ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Graph hop 2: โครงการ → อยู่ที่ → ไซต์งาน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Graph hop 3: ไซต์งาน → มีอุบัติเหตุ → เหตุการณ์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รวมกัน: Vector Chunk + Graph Facts → LLM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ผลลัพธ์: คำตอบที่แม่นยำ อ้างอิงได้ ตรวจสอบได้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 ใน Knowledge Graph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กลุ่ม Entity ที่เชื่อมต่อกันมาก = Community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Algorithms: Leiden, Louvain, Label Propagation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แต่ละ Community ได้รับ Summary จาก LLM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ระดับ Global: "หัวข้อหลักในเอกสารของเราคืออะไร?"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GraphRAG: C0 (Global) → C1 → C2 Communities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ใช้ได้กับ: วิเคราะห์ Org Chart, Cluster หัวข้อ, พื้นที่เสี่ยง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X-Company: ระบุแผนกสำคัญในเอกสารนโยบาย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Retrieval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HyDE: สร้างคำตอบสมมุติ → Embed → ค้นหา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Query Expansion: LLM เขียนคำถามใหม่หลายแบบ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Contextual Compression: ดึงเฉพาะประโยคที่เกี่ยวข้อง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Parent-Child Chunking: ดึง Parent เพื่อเพิ่ม Context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RAG Fusion: Query หลายแบบ + Reciprocal Rank Fusion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Self-RAG: LLM ตัดสินว่าต้องดึงข้อมูลหรือไม่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Re-ranking: Cross-encoder ให้คะแนน Chunk ที่ดึงมา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สร้าง Knowledge Graph จากเอกสารไทย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ai-workshop/day2-kg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Extract Entity จากเอกสารไทย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extract_entities.py --input data/thai_docs/ --output entities.json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Extract Relation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extract_relations.py --entities entities.json --output triples.json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โหลดเข้า Neo4j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load_neo4j.py --triples triples.json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ตรวจสอบใน Neo4j Browser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เปิด http://localhost:7474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 (n) RETURN n LIMIT 50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รัน GraphRAG Query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graphrag_query.py --query "ใครบริหารโครงการไหนบ้าง?"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 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 Day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Knowledge Graph = Nodes + Edges + Properties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Extract Entity &amp; Relation → ความรู้มีโครงสร้าง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Neo4j + Cypher สำหรับจัดเก็บและ Multi-hop Query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GraphRAG = Vector (Semantic) + Graph (Structured)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GraphRAG-rs: Implementation ระดับ Production ด้วย Rust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Community Detection สำหรับความเข้าใจเอกสารระดับ Global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พรุ่งนี้: AI Agents, AI Operating System และการประเมินผล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