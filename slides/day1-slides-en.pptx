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Data Engineering &amp; RAG Foundation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Workshop: Build Enterprise AI with RAG &amp; Knowledge Graphs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&amp; Learning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Introduction to Retrieval-Augmented Generation (RAG)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Document Processing &amp; Thai NLP Challenges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Chunking Strategies &amp; Embedding Models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Vector Databases &amp; Hybrid Search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Hands-on: Build a Thai RAG Pipeline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RAG?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Query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Question)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26517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Retrieve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Search)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26517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22860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286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Answer)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1430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relevant docs from Knowledge Base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 LLM prompt with context → accurate answer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Citable, grounded, reduces hallucination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Fine-tuning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 needed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updates instantly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citations possible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compute cost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Q&amp;A, Search, Docs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model retraining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baked into weights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citations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GPU cost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Style, Format, Tone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224028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Normalize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(Thai NLP)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0" y="2724912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921240" y="23774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3774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text chunk is converted to a vector embedding and stored in the vector database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NLP Challenges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spaces between words → word segmentation required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valid tokenizations for same sentence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spelling rules and tonal markers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Thai-English text is common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open-source resources vs. English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PyThaiNLP + custom dictionaries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PyThaiNLP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pythainlp.tokenize import word_tokenize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Thai text without spaces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"ฉันชอบกินข้าวผัดกุ้ง"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Tokenize with different engines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tokens_newmm = word_tokenize(text, engine="newmm")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["ฉัน", "ชอบ", "กิน", "ข้าวผัด", "กุ้ง"]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tokens_attacut = word_tokenize(text, engine="attacut")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["ฉัน", "ชอบ", "กิน", "ข้าว", "ผัด", "กุ้ง"]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Sentence segmentation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pythainlp.tokenize import sent_tokenize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sentences = sent_tokenize(paragraph)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256–512 tokens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&amp; fast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split context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paragraph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sentence → token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46304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Embedding-based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similar content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strategy by use case: Fixed (fast) → Recursive (balanced) → Semantic (highest quality)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Embeddings?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converted to dense numerical vectors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Semantically similar texts → similar vectors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space: each dimension = learned feature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dimensions: 768, 1024, 1536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Enable: similarity search, clustering, classification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"cat" ≈ "kitten" &gt;&gt; "car" in vector space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Models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(100+ languages)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Dimension: 1024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8192 tokens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(BAAI)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Thai support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 with Ollama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Primarily English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Dimension: 768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8192 tokens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(Nomic AI)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lightweight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English docs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 Concepts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Store: Save embeddings with metadata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Index: Build ANN index (HNSW, IVF)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Search: Find k-nearest neighbors by cosine similarity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 Neighbor (ANN) is fast but approximate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Speed ↔ Recall accuracy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Popular: Qdrant, Weaviate, Pinecone, Milvus, pgvector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→ like database tables (one per domain)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→ individual records (id + vector + payload)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→ JSON metadata (filterable)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Vectors → multiple embeddings per point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Vectors → BM25/SPLADE for keyword search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→ compress vectors, reduce memory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&amp; gRPC APIs, Docker-ready, WASM-based filtering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Dense + Sparse + Reranking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44168" y="22860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(Embedding)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(BM25)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173736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4041648" y="228600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(RRF)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9240" y="324612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8346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7B3F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(Cross-encoder)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652760" y="324612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0" y="46634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4663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808208" y="3703320"/>
            <a:ext cx="320040" cy="457200"/>
          </a:xfrm>
          <a:prstGeom prst="downArrow">
            <a:avLst/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vs Dense Search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(Sparse)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Keyword-based matching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term recall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interpretable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technical terms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semantic understanding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variant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synonyms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(ANN index)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rare keywords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contextual match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Embedding-based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RAG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Docs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98448" y="166420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15768" y="166420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33088" y="166420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371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Qdrant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Indexing Phase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User Query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2996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Query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5020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7044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068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10928" y="3218688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32" name="Shape 30"/>
          <p:cNvSpPr/>
          <p:nvPr/>
        </p:nvSpPr>
        <p:spPr>
          <a:xfrm>
            <a:off x="9875520" y="29260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" y="2651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Query Phase 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— Code Walkthrough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Load &amp; chunk documents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load_and_chunk_documents("docs/", chunk_size=512)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Embed chunks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= embed_model.encode(chunks)  # shape: (N, 1024)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Store in Qdrant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qdrant.upsert(collection="thai-rag",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points=[PointStruct(id=i, vector=emb, payload={"text": c})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for i, (c, emb) in enumerate(zip(chunks, embeddings))])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Query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query_vec = embed_model.encode(user_query)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qdrant.search(collection="thai-rag", query_vector=query_vec, limit=5)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Generate answer with LLM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"\n".join([r.payload["text"] for r in results])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llm.chat(f"Context:\n{context}\n\nQuestion: {user_query}")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RAG Problems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Hallucination — LLM adds info not in context → Use citation enforcement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Context window overflow — Too much retrieved text → Tune top-k &amp; chunk size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Low relevance — Wrong chunks retrieved → Improve embedding + reranking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Lost-in-the-middle — LLM ignores middle context → Reorder results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Stale knowledge — New docs not indexed → Incremental upserts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Language mismatch — Query in Thai, doc in English → Cross-lingual embed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Exercise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Environment: Python 3.10+, Docker, Ollama, Qdrant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Dataset: Thai company policy documents (PDF)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Tools: PyThaiNLP, bge-m3 via Ollama, Qdrant, FastAPI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Load PDFs with pdfplumber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Tokenize Thai text with PyThaiNLP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Chunk with RecursiveTextSplitter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Embed with bge-m3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Store in Qdrant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6. Build simple FastAPI chat endpoint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Build Thai RAG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the workshop repo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https://github.com/x-company/ai-workshop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ai-workshop/day1-rag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services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 # Qdrant + Ollama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bge-m3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exercise notebook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lab notebooks/01_thai_rag.ipynb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run the script directly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exercise/build_rag.py --docs data/thai_docs/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your pipeline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exercise/test_rag.py --query "นโยบายวันลาพักร้อนคือ?"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RAG = Retrieve relevant context → Generate accurate answers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Thai NLP requires explicit tokenization (PyThaiNLP)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Chunk size &amp; strategy significantly affect retrieval quality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Embeddings map text to semantic vector space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Qdrant supports hybrid search (dense + sparse)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Basic RAG pipeline: Load → Chunk → Embed → Store → Retrieve → Generate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Tomorrow: Knowledge Graphs + GraphRAG for complex reasoning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2026-03-08T01:35:56Z</dcterms:created>
  <dcterms:modified xsi:type="dcterms:W3CDTF">2026-03-08T01:35:56Z</dcterms:modified>
</cp:coreProperties>
</file>