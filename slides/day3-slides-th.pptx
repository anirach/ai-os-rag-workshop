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Day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3: AI Agents &amp; AI Operating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Workshop: สร้าง Enterprise AI ด้วย RAG &amp; Knowledge Graphs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X-Company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วาระและวัตถุประสงค์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พื้นฐาน AI Agent และสถาปัตยกรรม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Multi-Agent Systems และรูปแบบการสื่อสาร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AI Operating System (AI OS)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การประเมินผล: RAGAS, LLM-as-Judge, A/B Testing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Capstone: สร้าง Enterprise AI Assistant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คืออะไร?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ระบบอัตโนมัติที่รับรู้ วิเคราะห์ และลงมือทำ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Perceive: รับ Input (ข้อความ, ข้อมูล, Sensor)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Think: LLM วิเคราะห์เป้าหมายและบริบท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Act: เรียก Tool, เขียนไฟล์, ส่งข้อความ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ความต่างจาก Chatbot: Agent ลงมือทำจริงได้!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Loop: Perceive → Think → Act → Observe → วนซ้ำ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ReAct, AutoGPT, Claude Computer Use, OpenClaw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สถาปัตยกรรมของ Agent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0" y="13716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137160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(Reasoning Core)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Tools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0896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Memory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Planning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778240" y="301752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30175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Channel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377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06240" y="2377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40880" y="2377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875520" y="237744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เป็นศูนย์กลาง ประสาน Tool, Memory, Planning และ Channel เข้าด้วยกัน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Tool-Use / Function Calling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กำหนด Tool Schema (OpenAI Format)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[{"type": "function",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"function": {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"name": "search_documents",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"description": "ค้นหาใน Knowledge Base",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"parameters": {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"type": "object",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"properties": {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"query": {"type": "string", "description": "คำค้นหา"},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"limit": {"type": "integer", "default": 5}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}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}}}]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LLM ตัดสินใจเรียก Tool ใด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client.chat.completions.create(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model="gpt-4o", messages=messages, tools=tools)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Agent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+ Knowledge Base = RAG Agent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ตัดสินใจว่า WHEN ต้องดึงข้อมูล (ไม่ใช่ทุกครั้ง)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ดึงข้อมูลจากหลายแหล่งในคำถามเดียว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Self-RAG: LLM ประเมินว่าต้องการการค้นหาหรือไม่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RAG: เลือก Retrieval Strategy ที่เหมาะสม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search_docs, search_graph, search_web, calculate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ประวัติบทสนทนา + Context ที่ดึงมา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Agent ประสาน Specialist Agent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Specialist: HR, การเงิน, วิศวกรรม, Sales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ข้อดี: แยกความรับผิดชอบ, ทำงานพร้อมกันได้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ตัดสิน: Agent ใดจัดการคำถามนี้?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รวมผลลัพธ์: รวม Output จากหลาย Agent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จัดการข้อผิดพลาด: ลอง Sub-agent ที่ล้มเหลวอีกครั้ง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OpenClaw Multi-persona Routing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รูปแบบการสื่อสารของ Agent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(ลำดับ)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18288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164592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0" y="1645920"/>
            <a:ext cx="822960" cy="54864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6459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(คู่ขนาน)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71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192024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9202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26480" y="2468880"/>
            <a:ext cx="82296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4688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32120" y="18288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(เลือกเส้นทาง)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1645920"/>
            <a:ext cx="914400" cy="54864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784080" y="137160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784080" y="192024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84080" y="19202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784080" y="2468880"/>
            <a:ext cx="914400" cy="502920"/>
          </a:xfrm>
          <a:prstGeom prst="roundRect">
            <a:avLst>
              <a:gd name="adj" fmla="val 18182"/>
            </a:avLst>
          </a:prstGeom>
          <a:solidFill>
            <a:srgbClr val="2E5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2468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89720" y="1828800"/>
            <a:ext cx="502920" cy="320040"/>
          </a:xfrm>
          <a:prstGeom prst="rightArrow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74720"/>
            <a:ext cx="11430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Sequential: งานต้องทำตามลำดับ (output A1 → input A2)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Parallel: งานอิสระทำพร้อมกัน → รวมผลลัพธ์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Routing: Orchestrator เลือก Agent ที่เหมาะสม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Operating System คืออะไร?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โครงสร้างพื้นฐานสำหรับ AI Agent — เหมือน OS สำหรับ App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จัดการ: Lifecycle ของ Agent, Memory, Skills, Scheduling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ให้บริการ: Tool Registry, Auth, Logging, Monitoring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Multi-channel: Telegram, Discord, Email, REST API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Proactive: Heartbeat Scheduler สำหรับงานเบื้องหลัง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Persistent: ทนต่อการ Restart ด้วย Memory Continuity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ตัวอย่าง: OpenClaw (ใช้ใน Workshop นี้)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องค์ประกอบของ AI 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Agents — LLM-powered Reasoning Core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Skills — Tool Module แบบ Pluggable (SKILL.md)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Memory — Short-term (Context) + Long-term (Files)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💓 Heartbeat — Proactive Scheduler (คล้าย Cron)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Channels — Telegram, Discord, HTTP Integration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🗂  Workspace — File System ถาวรสำหรับ Agent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Auth — สิทธิ์และ Access Control ต่อผู้ใช้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ภาพรวมสถาปัตยกรรม OpenClaw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Daemon บน macOS/Linux/Raspberry Pi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Multi-session: ผู้ใช้แต่ละคนมี Session Agent แยกกัน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System: ติดตั้ง/อัปเดต Skill จาก ClawHub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Heartbeat: Interval ปรับได้, ตรวจสอบเบื้องหลัง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Memory: SOUL.md (ตัวตน) + MEMORY.md + Daily Logs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Sub-agents: Spawn Worker คู่ขนานสำหรับงานหนัก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Skill Policy, Tool Whitelist, Data Isolation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Systems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Short-term Memory: Context Window ของบทสนทนาปัจจุบัน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Long-term Memory: MEMORY.md — ข้อเท็จจริงสำคัญที่คัดกรอง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Episodic Memory: บันทึกรายวัน (memory/YYYY-MM-DD.md)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 Semantic Memory: Knowledge Base (RAG / Knowledge Graph)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Procedural Memory: Skills และรูปแบบการใช้ Tool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เขียนลงไฟล์ Memory → ทนต่อการ Restart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Heartbeat: ทบทวน Daily Log → อัปเดต Long-term Memory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&amp; Proactive Monitoring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 = การกระตุ้น Agent เบื้องหลังตามกำหนดเวลา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 ปรับได้ (ค่าเริ่มต้น: ทุก 30 นาที)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HEARTBEAT.md: กำหนดสิ่งที่ต้องตรวจแต่ละรอบ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ตรวจสอบ: Email, ปฏิทิน, สุขภาพระบบ, Data Alert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Proactive: Agent แจ้งเตือนเมื่อมีสิ่งที่ต้องดูแล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Mode: HEARTBEAT_OK เมื่อไม่มีอะไรต้องทำ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Jobs: สำหรับงานที่ต้องการเวลาแน่นอน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Tool Integration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= Bundle เครื่องมือที่ใช้ซ้ำได้ (SKILL.md + Scripts)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แต่ละ Skill: คำอธิบาย, คำสั่ง, ตัวอย่างการใช้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ติดตั้ง: openclaw skill install &lt;ชื่อ&gt;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Built-in: weather, email, github, gog, pptx, pdf, whisper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Custom: สร้างด้วย skill-creator สำหรับ Tool ใหม่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ClawHub: Skill Registry สาธารณะ (เหมือน npm สำหรับ Agent)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Policy: Allowlist/Denylist ต่อ Skill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Evaluation Framework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= RAG Assessment Framework (Python)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ประเมินอัตโนมัติด้วย LLM-as-Judge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ไม่ต้องมี Label จากมนุษย์ (Reference-free Metrics)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ประเมิน: คุณภาพคำตอบ + คุณภาพการดึงข้อมูล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Faithfulness, Answer Relevance, Context Precision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เพิ่มเติม: Context Recall, Answer Correctness, Harmlessness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Integration: ประเมินทุกครั้งที่เปลี่ยน Pipeline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RAGAS Metrics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Faithfulness: คำตอบอ้างอิงจาก Context ที่ดึงมา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Score 0–1: 1 = รองรับโดย Context ทั้งหมด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Answer Relevance: คำตอบตอบคำถามได้ตรง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Score 0–1: 1 = ตอบตรงประเด็น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Context Precision: Chunk ที่ดึงมามีความเกี่ยวข้อง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Score 0–1: 1 = ทุก Chunk มีประโยชน์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Context Recall: ดึงข้อมูลที่เกี่ยวข้องครบถ้วน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Score 0–1: 1 = ไม่มีข้อมูลสำคัญตกหล่น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 Evaluation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430000" cy="54864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1064240" cy="521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ragas import evaluate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ragas.metrics import faithfulness, answer_relevancy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datasets import Dataset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เตรียมข้อมูลสำหรับการประเมิน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{"question": questions,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"answer": generated_answers,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"contexts": retrieved_contexts,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"ground_truth": reference_answers}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Dataset.from_dict(data)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รัน RAGAS Evaluation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evaluate(dataset,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metrics=[faithfulness, answer_relevancy],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llm=ChatOpenAI(model="gpt-4o"))</a:t>
            </a:r>
            <a:pPr indent="0" marL="0">
              <a:spcAft>
                <a:spcPts val="200"/>
              </a:spcAft>
              <a:buNone/>
            </a:pP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# → {faithfulness: 0.87, answer_relevancy: 0.91}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สำหรับ RAG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เปรียบเทียบ RAG สองรูปแบบอย่างเป็นระบบ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ตัวแปรที่ทดสอบ: Chunk Size, Embedding Model, top-k, Reranker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Metric: RAGAS Score + Latency + ความพึงพอใจผู้ใช้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แบ่ง Traffic: 50% → RAG-A, 50% → RAG-B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ความมีนัยสำคัญทางสถิติ: ต้องมีตัวอย่างพอ (n&gt;100)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Mode: รันทั้งสอง บันทึกผล ไม่กระทบผู้ใช้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 Rollout: 10% → 25% → 50% → 100% กับ Winner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Capstone: Enterprise AI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  โปรเจกต์: สร้าง AI Assistant ครบวงจรสำหรับ X-Company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องค์ประกอบ: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RAG Pipeline: เอกสาร HR &amp; นโยบายภาษาไทย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Knowledge Graph: Org Chart + ความสัมพันธ์โครงการ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Multi-agent: HR Agent + Finance Agent + Ops Agent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Interface: Telegram Bot ผ่าน OpenClaw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Evaluation: RAGAS Dashboard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Deliverable: Demo ที่ใช้งานได้ + รายงาน RAGAS Score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5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12188952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7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สรุปและก้าวต่อไป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11612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สรุปทั้งหมดและก้าวต่อไป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539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Day 1: RAG Pipeline — รากฐานของ Enterprise AI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Day 2: Knowledge Graph — วิเคราะห์มีโครงสร้างในระดับ Scale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Day 3: AI Agents + AI OS — Deploy ใน Production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ก้าวต่อไป: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Deploy RAG Pipeline ไปสู่ Production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สร้าง Knowledge Graph เฉพาะ Domain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Integrate กับระบบธุรกิจของคุณ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ตั้ง RAGAS CI/CD สำหรับประเมินผลต่อเนื่อง</a:t>
            </a: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เข้าร่วม X-Company AI Community</a:t>
            </a: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🙏  ขอบคุณ! มีคำถามไหมครับ?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2026-03-08T01:35:56Z</dcterms:created>
  <dcterms:modified xsi:type="dcterms:W3CDTF">2026-03-08T01:35:56Z</dcterms:modified>
</cp:coreProperties>
</file>