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Knowledge Graph &amp; Advanced RAG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Workshop: Build Enterprise AI with RAG &amp; Knowledge Graphs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&amp;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Knowledge Graph fundamentals &amp; structure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Entity &amp; Relation Extraction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Neo4j &amp; Cypher Query Language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GraphRAG: Combining Vector + Graph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Hands-on: Build Knowledge Graph from Thai docs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Knowledge Graph?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Somchai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(Person)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13716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32004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2004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Bangkok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(Location)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22860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7B3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(Concept)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WORKS_AT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LOCATED_IN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11430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multi-hop reasoning: A → B → C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representation of world knowledge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Powers: Google Knowledge Panel, Wikidata, LinkedIn Graph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vs Vector DB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relationships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 queries (multi-hop)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reasoning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structured facts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schema needed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to build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similarity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nearest neighbor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retrieval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unstructured text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Schema-free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build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Extraction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 (Named Entity Recognition): rule-based or ML model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extraction: prompt LLM to extract structured JSON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 NER: SpaCy + PyThaiNLP NER model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prompt: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"Extract all entities from this text.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Return JSON: [{entity, type, description}]"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spaCy, Stanza, Hugging Face NER, GPT-4, Claude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Types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Person  — employee, executive, customer name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Organization — company, department, team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Location — city, country, office address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Concept — product, technology, service name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Date/Time — event date, deadline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Amount — financial figures, quantities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Event — meeting, incident, contract signing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Extraction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identify semantic relationship between entity pairs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Pattern-based: regex templates for common relations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ML-based: BERT fine-tuned on relation datasets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LLM-based: zero-shot via structured prompt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relation triple: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(Elon Musk) —[CEO_OF]→ (Tesla)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(Tesla) —[LOCATED_IN]→ (Austin, TX)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(Elon Musk) —[FOUNDED]→ (SpaceX)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Construction Pipeline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Load documents (PDF, Word, HTML)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Extract text &amp; tokenize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Run NER → collect entity list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Run relation extraction → triples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Deduplicate &amp; merge entities (co-reference)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Load into Neo4j: CREATE nodes, MERGE relations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Build vector index on node descriptions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Introduction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graph database — native graph storage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transactions, clustering support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Cypher: declarative query language (like SQL for graphs)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Desktop / Docker / AuraDB (cloud)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vector indexes (Neo4j 5.x)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graphs in Neo4j Browser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&amp; LlamaIndex have Neo4j integrations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Query Language Basics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nodes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(p:Person {name: "Somchai", role: "Engineer"})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(c:Company {name: "X-Company"})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relationship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 {name: "Somchai"}), (c:Company {name: "X-Company"})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(p)-[:WORKS_AT {since: 2020}]-&gt;(c)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Query: Find who works at X-Company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(p:Person)-[:WORKS_AT]-&gt;(c:Company {name: "X-Company"})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p.name, p.role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Multi-hop: Find colleagues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(p1:Person)-[:WORKS_AT]-&gt;(c)&lt;-[:WORKS_AT]-(p2:Person)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p1.name = "Somchai"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p2.name AS colleague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Visualization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Browser: built-in interactive graph explorer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(n) RETURN n LIMIT 50 → visual graph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Bloom: business-friendly no-code graph explorer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color = label type, edge label = relation type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PNG, SVG, CSV, JSON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with APOC library (Advanced Procedures)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Integration: Gephi, D3.js, vis.js for custom viz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GraphRAG?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Vector Search + Knowledge Graph traversal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Vector: "find semantically similar chunks"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Graph: "follow relationships to related entities"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both: semantic + structured reasoning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"Who are Somchai's managers, and what projects did they approve?"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research: GraphRAG for large document corpora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 implementation: GraphRAG-rs (Rust-based)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7373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1371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77640" y="2286000"/>
            <a:ext cx="320040" cy="457200"/>
          </a:xfrm>
          <a:prstGeom prst="downArrow">
            <a:avLst/>
          </a:prstGeom>
          <a:solidFill>
            <a:srgbClr val="0D7377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20440" y="34290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6" name="Shape 14"/>
          <p:cNvSpPr/>
          <p:nvPr/>
        </p:nvSpPr>
        <p:spPr>
          <a:xfrm>
            <a:off x="7178040" y="34290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0" y="30175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7B3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0175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738360" y="34290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0" y="301752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30175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899648" y="3886200"/>
            <a:ext cx="320040" cy="457200"/>
          </a:xfrm>
          <a:prstGeom prst="downArrow">
            <a:avLst/>
          </a:prstGeom>
          <a:solidFill>
            <a:srgbClr val="0D7377"/>
          </a:solidFill>
          <a:ln/>
        </p:spPr>
      </p:sp>
      <p:sp>
        <p:nvSpPr>
          <p:cNvPr id="23" name="Shape 21"/>
          <p:cNvSpPr/>
          <p:nvPr/>
        </p:nvSpPr>
        <p:spPr>
          <a:xfrm>
            <a:off x="9784080" y="46634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4663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GraphRAG-rs: Rust-based Production GraphRAG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in Rust → memory-safe, blazing fast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Qdrant (vector) + Neo4j (graph)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bge-m3 multilingual embeddings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detection: Leiden algorithm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summarization: hierarchical community reports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compatible with OpenAI chat format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X-Company for internal document intelligence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Retrieval: Vector → Graph → Rerank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7373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1371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17373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1371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17373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8869680" y="1371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7B3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2560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Vector search first (top-20 candidates)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" y="3108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Expand via Knowledge Graph (follow edges)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Rerank with cross-encoder → top-5 final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" y="4206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Send context to LLM for generation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Reasoning Example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"What safety incidents occurred at sites managed by projects Somchai supervised?"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Vector: Find chunks about "safety incidents"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Entity: Extract "Somchai" from query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Graph hop 1: Somchai → SUPERVISED → Projects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Graph hop 2: Projects → AT_SITE → Sites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Graph hop 3: Sites → HAS_INCIDENT → Incidents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Combine: vector chunks + graph facts → LLM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Accurate, cited, traceable answer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 in Knowledge Graphs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highly connected entities = community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Algorithms: Leiden, Louvain, Label Propagation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community gets a summary by LLM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global Q&amp;A: "What are the main themes in our docs?"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GraphRAG: C0 (global) → C1 → C2 communities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for: org chart analysis, topic clustering, risk areas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 use: identify key departments in policy docs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Retrieval Strategies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HyDE: generate hypothetical answer → embed → search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Query Expansion: LLM rewrites query multiple ways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Contextual Compression: extract only relevant sentences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Parent-Child Chunking: retrieve parent for context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RAG Fusion: multiple queries + reciprocal rank fusion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Self-RAG: LLM decides when to retrieve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Re-ranking: cross-encoder scores retrieved chunks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Build Knowledge Graph from Thai Docs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ai-workshop/day2-kg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Extract entities from Thai docs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extract_entities.py --input data/thai_docs/ --output entities.json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Extract relations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extract_relations.py --entities entities.json --output triples.json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Load into Neo4j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load_neo4j.py --triples triples.json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Verify in Neo4j Browser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http://localhost:7474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MATCH (n) RETURN n LIMIT 50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Run GraphRAG query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graphrag_query.py --query "ใครบริหารโครงการไหนบ้าง?"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Knowledge Graph = Nodes + Edges + Properties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Entity &amp; Relation Extraction → structured knowledge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Neo4j + Cypher for graph storage and multi-hop queries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GraphRAG = Vector (semantic) + Graph (structured)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GraphRAG-rs: production-grade Rust implementation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Community detection for global document understanding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Tomorrow: AI Agents, AI Operating System &amp; Evaluation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2026-03-08T01:35:56Z</dcterms:created>
  <dcterms:modified xsi:type="dcterms:W3CDTF">2026-03-08T01:35:56Z</dcterms:modified>
</cp:coreProperties>
</file>